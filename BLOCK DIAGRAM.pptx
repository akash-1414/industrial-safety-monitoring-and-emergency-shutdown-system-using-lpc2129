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93041-D807-8F36-E1BC-EB166DBFB8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966C60-5CCC-1A54-A36D-C2FDAE8DBC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25CA6-8E55-443C-6F45-D9EDE85AA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59E4-BC85-4333-86D8-366F79D9A3A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133E6-60A1-0070-ABCE-F0FAC5E83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F0D78-77DB-FF20-0055-0E0D50AD9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66778-CCD7-4345-954C-3C17777F8D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770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20994-B0C4-B23E-A6A0-73781B8C3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B621F-3099-662E-D9B1-886E80A9A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76774-FD1C-37DF-6380-8322AFF5A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59E4-BC85-4333-86D8-366F79D9A3A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19E-7B87-5389-DF51-2A081A964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848A3-10C9-B324-9B44-13390D41D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66778-CCD7-4345-954C-3C17777F8D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030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4F44F-50AC-1C82-4376-BBA4C20C5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43EEA-5BDF-20C9-D10F-284EDB224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BE99F-3A37-0FF4-2B66-BB65CE240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59E4-BC85-4333-86D8-366F79D9A3A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EE30E-3DAF-D709-B3EA-880DDC15C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444C6-57BE-EFB3-D1D6-03473183E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66778-CCD7-4345-954C-3C17777F8D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DAAFB-531E-6916-AAEB-0D6A7C6D9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B82A3-6890-1F6C-E0B9-8AA0E38996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6CE37B-4F03-6A56-B119-15FC5638E4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D6A275-D221-5D92-7384-9C7EC0C94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59E4-BC85-4333-86D8-366F79D9A3A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94F495-F8C8-33F4-26A1-D1BF9CB2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1BB64C-A2DD-EDE3-7B90-C270FEB35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66778-CCD7-4345-954C-3C17777F8D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298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F80C7-6069-9016-83BE-5783C99EB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81D0C-B843-45C5-3604-8A5C82A25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0D58C8-199A-4021-10D9-085AC2130E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AD6BC3-FF1F-5298-7A18-82EC3F9B4F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98AE0D-DB15-EB32-C5C7-4395701DDE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978592-CE26-A38F-E5C6-9CB68FF2F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59E4-BC85-4333-86D8-366F79D9A3A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E9EEF9-BC50-D36E-BB97-16EAF2129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D323F2-86AC-FCB4-9BE1-D2E2A2FB1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66778-CCD7-4345-954C-3C17777F8D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203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63AC7-96AD-C99D-C00E-F243DA0A7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F31F0D-9289-E2C3-EE71-A00370CC4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59E4-BC85-4333-86D8-366F79D9A3A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A6ABAF-97EE-0523-43DA-ADDD2A883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49F50-885F-3D67-1ECC-CBE12CB83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66778-CCD7-4345-954C-3C17777F8D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242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F5087F-3334-3DAB-A3DD-82901AAE3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59E4-BC85-4333-86D8-366F79D9A3A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DB9395-6DF2-068A-8EFD-03B9838EB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F76C3-16B3-28FE-7707-9AFBFA5D2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66778-CCD7-4345-954C-3C17777F8D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90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E1102-900A-F768-D505-5E68C5B32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20358-1A45-DC86-ABC0-ED5F48128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1B21B-6862-2F5E-7644-4E78BE0D11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DD7FBC-3CAB-8DFD-9154-E5A62A5A0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59E4-BC85-4333-86D8-366F79D9A3A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33799-899B-263F-416A-DC4B57C1A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2B193-CE55-B704-04B6-4329A3711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66778-CCD7-4345-954C-3C17777F8D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555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2B5F9-EAFB-0FE8-2EDA-AE37923BC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63A57D-249C-1566-00FA-C26782EAC98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660793-8B8E-C5D8-F85C-D2735CBCE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6CB13-4A63-08FE-4A94-6E689D0AA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59E4-BC85-4333-86D8-366F79D9A3A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56883-254E-55D3-528D-332146835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E2A34-720A-986F-B367-9B3465D28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66778-CCD7-4345-954C-3C17777F8D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565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9B409-DB5D-8428-E901-F3BD389C6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EF05FF-1844-963E-AE2D-2BF6001363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6FCB1-37C6-3F01-6E69-0676F2D52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59E4-BC85-4333-86D8-366F79D9A3A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065A-7132-2F47-9F3E-C0E5219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7E1A3-A6D0-9DE2-93AE-9F74F6C14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66778-CCD7-4345-954C-3C17777F8D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30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97E1B9-354D-3BDF-8BDB-0A3AA52D9D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E2B5C6-8E9E-D706-B53A-9B7BDA8FA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23F23-A437-B1DC-2325-324974367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59E4-BC85-4333-86D8-366F79D9A3A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C490A-7236-5A57-C99F-BD2A8FB3D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BA379-3971-7060-5236-95A37B402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66778-CCD7-4345-954C-3C17777F8D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214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436E4C-3B29-FBA3-15FA-9B19FC0C3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BB70D8-5951-55A6-3210-2170F7165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0B855-45E0-A79A-B156-DCCCD94BC9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3159E4-BC85-4333-86D8-366F79D9A3A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DDFF7-6F3A-AF96-758A-ACD125CC27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1C908-8982-385F-B948-F7AAC4044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D66778-CCD7-4345-954C-3C17777F8D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881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5A469-8D3E-8B97-EB36-5661FCDB81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3421" y="-74947"/>
            <a:ext cx="7490085" cy="809469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268BC2C-8B31-BB08-1687-DBAB25F69355}"/>
              </a:ext>
            </a:extLst>
          </p:cNvPr>
          <p:cNvCxnSpPr/>
          <p:nvPr/>
        </p:nvCxnSpPr>
        <p:spPr>
          <a:xfrm>
            <a:off x="3192903" y="779490"/>
            <a:ext cx="601105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789CDCA6-AD3F-0656-AE15-44F648CD0990}"/>
              </a:ext>
            </a:extLst>
          </p:cNvPr>
          <p:cNvSpPr/>
          <p:nvPr/>
        </p:nvSpPr>
        <p:spPr>
          <a:xfrm>
            <a:off x="3372787" y="1588961"/>
            <a:ext cx="2458387" cy="448954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62A76E-AB5B-6BE4-BDCA-46BFBC2C89B1}"/>
              </a:ext>
            </a:extLst>
          </p:cNvPr>
          <p:cNvSpPr/>
          <p:nvPr/>
        </p:nvSpPr>
        <p:spPr>
          <a:xfrm>
            <a:off x="7210269" y="1499021"/>
            <a:ext cx="3792511" cy="809463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3551C5-D984-EF67-80EB-3A9C07610CF1}"/>
              </a:ext>
            </a:extLst>
          </p:cNvPr>
          <p:cNvSpPr/>
          <p:nvPr/>
        </p:nvSpPr>
        <p:spPr>
          <a:xfrm>
            <a:off x="7210271" y="2788173"/>
            <a:ext cx="1633928" cy="58086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5C4105-6093-DF31-0FF1-AE9EFD442D40}"/>
              </a:ext>
            </a:extLst>
          </p:cNvPr>
          <p:cNvSpPr/>
          <p:nvPr/>
        </p:nvSpPr>
        <p:spPr>
          <a:xfrm>
            <a:off x="7255241" y="3818749"/>
            <a:ext cx="2353454" cy="58086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AFE510-C5EB-E37B-ABD3-70335D6CF1E4}"/>
              </a:ext>
            </a:extLst>
          </p:cNvPr>
          <p:cNvSpPr/>
          <p:nvPr/>
        </p:nvSpPr>
        <p:spPr>
          <a:xfrm>
            <a:off x="7255239" y="4768751"/>
            <a:ext cx="3987384" cy="58086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76249F-D3E6-3FDA-0A3F-5898826DB3CC}"/>
              </a:ext>
            </a:extLst>
          </p:cNvPr>
          <p:cNvSpPr/>
          <p:nvPr/>
        </p:nvSpPr>
        <p:spPr>
          <a:xfrm>
            <a:off x="7225261" y="5604458"/>
            <a:ext cx="1633928" cy="58086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LED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096AA22-EA34-D0C3-508C-61328DBE3A27}"/>
              </a:ext>
            </a:extLst>
          </p:cNvPr>
          <p:cNvCxnSpPr>
            <a:cxnSpLocks/>
            <a:stCxn id="6" idx="1"/>
          </p:cNvCxnSpPr>
          <p:nvPr/>
        </p:nvCxnSpPr>
        <p:spPr>
          <a:xfrm>
            <a:off x="3372787" y="3833733"/>
            <a:ext cx="106430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A40B35A-C367-89B9-0EFF-5A4EB358EF98}"/>
              </a:ext>
            </a:extLst>
          </p:cNvPr>
          <p:cNvCxnSpPr/>
          <p:nvPr/>
        </p:nvCxnSpPr>
        <p:spPr>
          <a:xfrm>
            <a:off x="4437089" y="3818749"/>
            <a:ext cx="0" cy="225226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EB8C70B6-D02A-24AE-A5B1-84D2B2242103}"/>
              </a:ext>
            </a:extLst>
          </p:cNvPr>
          <p:cNvSpPr/>
          <p:nvPr/>
        </p:nvSpPr>
        <p:spPr>
          <a:xfrm>
            <a:off x="347272" y="3929304"/>
            <a:ext cx="1841291" cy="1980578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E0DE607A-01C3-F060-A110-3DD185B45EAD}"/>
              </a:ext>
            </a:extLst>
          </p:cNvPr>
          <p:cNvSpPr/>
          <p:nvPr/>
        </p:nvSpPr>
        <p:spPr>
          <a:xfrm>
            <a:off x="5858663" y="1798822"/>
            <a:ext cx="1351606" cy="194868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0580E39F-8837-213E-181C-196C23293D97}"/>
              </a:ext>
            </a:extLst>
          </p:cNvPr>
          <p:cNvSpPr/>
          <p:nvPr/>
        </p:nvSpPr>
        <p:spPr>
          <a:xfrm>
            <a:off x="5846173" y="2940571"/>
            <a:ext cx="1351606" cy="194868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B5BB6D64-2AAC-0398-0793-DBE297D4B8E8}"/>
              </a:ext>
            </a:extLst>
          </p:cNvPr>
          <p:cNvSpPr/>
          <p:nvPr/>
        </p:nvSpPr>
        <p:spPr>
          <a:xfrm>
            <a:off x="5861163" y="5773708"/>
            <a:ext cx="1351606" cy="194868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0A90D6C-1D4A-8F10-CCA9-F60DFB33C24C}"/>
              </a:ext>
            </a:extLst>
          </p:cNvPr>
          <p:cNvSpPr/>
          <p:nvPr/>
        </p:nvSpPr>
        <p:spPr>
          <a:xfrm>
            <a:off x="9808559" y="2475881"/>
            <a:ext cx="1254183" cy="1226695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4572C6B2-76E2-A520-8835-91828854838A}"/>
              </a:ext>
            </a:extLst>
          </p:cNvPr>
          <p:cNvSpPr/>
          <p:nvPr/>
        </p:nvSpPr>
        <p:spPr>
          <a:xfrm>
            <a:off x="8905411" y="2939330"/>
            <a:ext cx="868178" cy="178623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Arrow: Left 39">
            <a:extLst>
              <a:ext uri="{FF2B5EF4-FFF2-40B4-BE49-F238E27FC236}">
                <a16:creationId xmlns:a16="http://schemas.microsoft.com/office/drawing/2014/main" id="{7339441E-60CB-820B-08E7-71855427FAF0}"/>
              </a:ext>
            </a:extLst>
          </p:cNvPr>
          <p:cNvSpPr/>
          <p:nvPr/>
        </p:nvSpPr>
        <p:spPr>
          <a:xfrm>
            <a:off x="5831174" y="4069834"/>
            <a:ext cx="1396585" cy="194867"/>
          </a:xfrm>
          <a:prstGeom prst="lef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Arrow: Left 41">
            <a:extLst>
              <a:ext uri="{FF2B5EF4-FFF2-40B4-BE49-F238E27FC236}">
                <a16:creationId xmlns:a16="http://schemas.microsoft.com/office/drawing/2014/main" id="{59D233D8-E2DD-2C7D-755F-2851243EC975}"/>
              </a:ext>
            </a:extLst>
          </p:cNvPr>
          <p:cNvSpPr/>
          <p:nvPr/>
        </p:nvSpPr>
        <p:spPr>
          <a:xfrm>
            <a:off x="5848664" y="5001721"/>
            <a:ext cx="1396585" cy="194867"/>
          </a:xfrm>
          <a:prstGeom prst="lef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Arrow: Left 43">
            <a:extLst>
              <a:ext uri="{FF2B5EF4-FFF2-40B4-BE49-F238E27FC236}">
                <a16:creationId xmlns:a16="http://schemas.microsoft.com/office/drawing/2014/main" id="{80AB88AC-D311-E256-7F88-C33807CF94DF}"/>
              </a:ext>
            </a:extLst>
          </p:cNvPr>
          <p:cNvSpPr/>
          <p:nvPr/>
        </p:nvSpPr>
        <p:spPr>
          <a:xfrm>
            <a:off x="2176082" y="4768751"/>
            <a:ext cx="1196704" cy="232962"/>
          </a:xfrm>
          <a:prstGeom prst="lef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CBC146-E289-9ED5-1E96-4F110332216E}"/>
              </a:ext>
            </a:extLst>
          </p:cNvPr>
          <p:cNvSpPr txBox="1"/>
          <p:nvPr/>
        </p:nvSpPr>
        <p:spPr>
          <a:xfrm>
            <a:off x="3372791" y="2145354"/>
            <a:ext cx="23984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ARM 7 LPC2129 DEVELOPMENT BOARD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AE12B0-ABB8-71CD-8C9B-7C0EEA03E633}"/>
              </a:ext>
            </a:extLst>
          </p:cNvPr>
          <p:cNvSpPr txBox="1"/>
          <p:nvPr/>
        </p:nvSpPr>
        <p:spPr>
          <a:xfrm>
            <a:off x="3625118" y="4069835"/>
            <a:ext cx="10643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U</a:t>
            </a:r>
            <a:br>
              <a:rPr lang="en-IN" sz="2400" b="1" dirty="0"/>
            </a:br>
            <a:r>
              <a:rPr lang="en-IN" sz="2400" b="1" dirty="0"/>
              <a:t>A</a:t>
            </a:r>
            <a:br>
              <a:rPr lang="en-IN" sz="2400" b="1" dirty="0"/>
            </a:br>
            <a:r>
              <a:rPr lang="en-IN" sz="2400" b="1" dirty="0"/>
              <a:t>R</a:t>
            </a:r>
            <a:br>
              <a:rPr lang="en-IN" sz="2400" b="1" dirty="0"/>
            </a:br>
            <a:r>
              <a:rPr lang="en-IN" sz="2400" b="1" dirty="0"/>
              <a:t>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3DC8AC-37C1-2F98-74BD-CD420AE12E81}"/>
              </a:ext>
            </a:extLst>
          </p:cNvPr>
          <p:cNvSpPr txBox="1"/>
          <p:nvPr/>
        </p:nvSpPr>
        <p:spPr>
          <a:xfrm>
            <a:off x="314797" y="4392120"/>
            <a:ext cx="18412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PC</a:t>
            </a:r>
            <a:br>
              <a:rPr lang="en-IN" b="1" dirty="0"/>
            </a:br>
            <a:r>
              <a:rPr lang="en-IN" b="1" dirty="0"/>
              <a:t>TERMINAL</a:t>
            </a:r>
          </a:p>
          <a:p>
            <a:pPr algn="ctr"/>
            <a:r>
              <a:rPr lang="en-IN" b="1" dirty="0"/>
              <a:t>(HyperTerminal)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B4BEE74-160F-5717-A4E8-D15A6E7AA636}"/>
              </a:ext>
            </a:extLst>
          </p:cNvPr>
          <p:cNvSpPr txBox="1"/>
          <p:nvPr/>
        </p:nvSpPr>
        <p:spPr>
          <a:xfrm>
            <a:off x="7510073" y="1678901"/>
            <a:ext cx="35976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16X2 ALPHANUMERIC LCD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D365070-BA89-EEE8-D5EF-43CDF6B8F4B3}"/>
              </a:ext>
            </a:extLst>
          </p:cNvPr>
          <p:cNvSpPr txBox="1"/>
          <p:nvPr/>
        </p:nvSpPr>
        <p:spPr>
          <a:xfrm>
            <a:off x="7090351" y="2773184"/>
            <a:ext cx="1933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L293D MOTOR DRIVER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A720F60-3488-F774-F313-8234F8541C2F}"/>
              </a:ext>
            </a:extLst>
          </p:cNvPr>
          <p:cNvSpPr txBox="1"/>
          <p:nvPr/>
        </p:nvSpPr>
        <p:spPr>
          <a:xfrm>
            <a:off x="9848540" y="2708924"/>
            <a:ext cx="12541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DC MOTOR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20DC4BC-4373-1B51-C7BB-C53EFB1134D4}"/>
              </a:ext>
            </a:extLst>
          </p:cNvPr>
          <p:cNvSpPr txBox="1"/>
          <p:nvPr/>
        </p:nvSpPr>
        <p:spPr>
          <a:xfrm>
            <a:off x="7644984" y="3904944"/>
            <a:ext cx="1543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IR SENSOR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AAF3BD1-61F8-3948-79F5-11C14294B216}"/>
              </a:ext>
            </a:extLst>
          </p:cNvPr>
          <p:cNvSpPr txBox="1"/>
          <p:nvPr/>
        </p:nvSpPr>
        <p:spPr>
          <a:xfrm>
            <a:off x="7480095" y="4866807"/>
            <a:ext cx="3597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SWITCH (EXTERNAL INTERRUPT)</a:t>
            </a:r>
          </a:p>
        </p:txBody>
      </p:sp>
    </p:spTree>
    <p:extLst>
      <p:ext uri="{BB962C8B-B14F-4D97-AF65-F5344CB8AC3E}">
        <p14:creationId xmlns:p14="http://schemas.microsoft.com/office/powerpoint/2010/main" val="431862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36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BLOCK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S0487512</dc:creator>
  <cp:lastModifiedBy>S0487512</cp:lastModifiedBy>
  <cp:revision>1</cp:revision>
  <dcterms:created xsi:type="dcterms:W3CDTF">2026-10-15T18:39:24Z</dcterms:created>
  <dcterms:modified xsi:type="dcterms:W3CDTF">2026-10-15T18:58:43Z</dcterms:modified>
</cp:coreProperties>
</file>